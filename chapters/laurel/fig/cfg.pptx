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sldIdLst>
    <p:sldId id="257" r:id="rId2"/>
  </p:sldIdLst>
  <p:sldSz cx="5029200" cy="3108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2" autoAdjust="0"/>
    <p:restoredTop sz="94660"/>
  </p:normalViewPr>
  <p:slideViewPr>
    <p:cSldViewPr snapToGrid="0">
      <p:cViewPr varScale="1">
        <p:scale>
          <a:sx n="236" d="100"/>
          <a:sy n="236" d="100"/>
        </p:scale>
        <p:origin x="117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508700"/>
            <a:ext cx="3771900" cy="1082158"/>
          </a:xfrm>
        </p:spPr>
        <p:txBody>
          <a:bodyPr anchor="b"/>
          <a:lstStyle>
            <a:lvl1pPr algn="ctr">
              <a:defRPr sz="24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632590"/>
            <a:ext cx="3771900" cy="750459"/>
          </a:xfrm>
        </p:spPr>
        <p:txBody>
          <a:bodyPr/>
          <a:lstStyle>
            <a:lvl1pPr marL="0" indent="0" algn="ctr">
              <a:buNone/>
              <a:defRPr sz="990"/>
            </a:lvl1pPr>
            <a:lvl2pPr marL="188595" indent="0" algn="ctr">
              <a:buNone/>
              <a:defRPr sz="825"/>
            </a:lvl2pPr>
            <a:lvl3pPr marL="377190" indent="0" algn="ctr">
              <a:buNone/>
              <a:defRPr sz="743"/>
            </a:lvl3pPr>
            <a:lvl4pPr marL="565785" indent="0" algn="ctr">
              <a:buNone/>
              <a:defRPr sz="660"/>
            </a:lvl4pPr>
            <a:lvl5pPr marL="754380" indent="0" algn="ctr">
              <a:buNone/>
              <a:defRPr sz="660"/>
            </a:lvl5pPr>
            <a:lvl6pPr marL="942975" indent="0" algn="ctr">
              <a:buNone/>
              <a:defRPr sz="660"/>
            </a:lvl6pPr>
            <a:lvl7pPr marL="1131570" indent="0" algn="ctr">
              <a:buNone/>
              <a:defRPr sz="660"/>
            </a:lvl7pPr>
            <a:lvl8pPr marL="1320165" indent="0" algn="ctr">
              <a:buNone/>
              <a:defRPr sz="660"/>
            </a:lvl8pPr>
            <a:lvl9pPr marL="1508760" indent="0" algn="ctr">
              <a:buNone/>
              <a:defRPr sz="6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7ABC-388F-4005-A3D9-48B270D7340C}" type="datetimeFigureOut">
              <a:rPr lang="en-US" smtClean="0"/>
              <a:t>02-Aug-24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5042-1038-4029-BE24-F96742AAB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9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7ABC-388F-4005-A3D9-48B270D7340C}" type="datetimeFigureOut">
              <a:rPr lang="en-US" smtClean="0"/>
              <a:t>02-Aug-24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5042-1038-4029-BE24-F96742AAB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03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774923"/>
            <a:ext cx="4337685" cy="1292977"/>
          </a:xfrm>
        </p:spPr>
        <p:txBody>
          <a:bodyPr anchor="b"/>
          <a:lstStyle>
            <a:lvl1pPr>
              <a:defRPr sz="24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2080132"/>
            <a:ext cx="4337685" cy="679946"/>
          </a:xfrm>
        </p:spPr>
        <p:txBody>
          <a:bodyPr/>
          <a:lstStyle>
            <a:lvl1pPr marL="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1pPr>
            <a:lvl2pPr marL="188595" indent="0">
              <a:buNone/>
              <a:defRPr sz="825">
                <a:solidFill>
                  <a:schemeClr val="tx1">
                    <a:tint val="75000"/>
                  </a:schemeClr>
                </a:solidFill>
              </a:defRPr>
            </a:lvl2pPr>
            <a:lvl3pPr marL="377190" indent="0">
              <a:buNone/>
              <a:defRPr sz="743">
                <a:solidFill>
                  <a:schemeClr val="tx1">
                    <a:tint val="75000"/>
                  </a:schemeClr>
                </a:solidFill>
              </a:defRPr>
            </a:lvl3pPr>
            <a:lvl4pPr marL="565785" indent="0">
              <a:buNone/>
              <a:defRPr sz="660">
                <a:solidFill>
                  <a:schemeClr val="tx1">
                    <a:tint val="75000"/>
                  </a:schemeClr>
                </a:solidFill>
              </a:defRPr>
            </a:lvl4pPr>
            <a:lvl5pPr marL="754380" indent="0">
              <a:buNone/>
              <a:defRPr sz="660">
                <a:solidFill>
                  <a:schemeClr val="tx1">
                    <a:tint val="75000"/>
                  </a:schemeClr>
                </a:solidFill>
              </a:defRPr>
            </a:lvl5pPr>
            <a:lvl6pPr marL="942975" indent="0">
              <a:buNone/>
              <a:defRPr sz="660">
                <a:solidFill>
                  <a:schemeClr val="tx1">
                    <a:tint val="75000"/>
                  </a:schemeClr>
                </a:solidFill>
              </a:defRPr>
            </a:lvl6pPr>
            <a:lvl7pPr marL="1131570" indent="0">
              <a:buNone/>
              <a:defRPr sz="660">
                <a:solidFill>
                  <a:schemeClr val="tx1">
                    <a:tint val="75000"/>
                  </a:schemeClr>
                </a:solidFill>
              </a:defRPr>
            </a:lvl7pPr>
            <a:lvl8pPr marL="1320165" indent="0">
              <a:buNone/>
              <a:defRPr sz="660">
                <a:solidFill>
                  <a:schemeClr val="tx1">
                    <a:tint val="75000"/>
                  </a:schemeClr>
                </a:solidFill>
              </a:defRPr>
            </a:lvl8pPr>
            <a:lvl9pPr marL="1508760" indent="0">
              <a:buNone/>
              <a:defRPr sz="6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7ABC-388F-4005-A3D9-48B270D7340C}" type="datetimeFigureOut">
              <a:rPr lang="en-US" smtClean="0"/>
              <a:t>02-Aug-24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5042-1038-4029-BE24-F96742AAB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65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827447"/>
            <a:ext cx="2137410" cy="1972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827447"/>
            <a:ext cx="2137410" cy="1972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7ABC-388F-4005-A3D9-48B270D7340C}" type="datetimeFigureOut">
              <a:rPr lang="en-US" smtClean="0"/>
              <a:t>02-Aug-24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5042-1038-4029-BE24-F96742AAB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26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65490"/>
            <a:ext cx="4337685" cy="600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761972"/>
            <a:ext cx="2127587" cy="373430"/>
          </a:xfrm>
        </p:spPr>
        <p:txBody>
          <a:bodyPr anchor="b"/>
          <a:lstStyle>
            <a:lvl1pPr marL="0" indent="0">
              <a:buNone/>
              <a:defRPr sz="990" b="1"/>
            </a:lvl1pPr>
            <a:lvl2pPr marL="188595" indent="0">
              <a:buNone/>
              <a:defRPr sz="825" b="1"/>
            </a:lvl2pPr>
            <a:lvl3pPr marL="377190" indent="0">
              <a:buNone/>
              <a:defRPr sz="743" b="1"/>
            </a:lvl3pPr>
            <a:lvl4pPr marL="565785" indent="0">
              <a:buNone/>
              <a:defRPr sz="660" b="1"/>
            </a:lvl4pPr>
            <a:lvl5pPr marL="754380" indent="0">
              <a:buNone/>
              <a:defRPr sz="660" b="1"/>
            </a:lvl5pPr>
            <a:lvl6pPr marL="942975" indent="0">
              <a:buNone/>
              <a:defRPr sz="660" b="1"/>
            </a:lvl6pPr>
            <a:lvl7pPr marL="1131570" indent="0">
              <a:buNone/>
              <a:defRPr sz="660" b="1"/>
            </a:lvl7pPr>
            <a:lvl8pPr marL="1320165" indent="0">
              <a:buNone/>
              <a:defRPr sz="660" b="1"/>
            </a:lvl8pPr>
            <a:lvl9pPr marL="1508760" indent="0">
              <a:buNone/>
              <a:defRPr sz="6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1135402"/>
            <a:ext cx="2127587" cy="1670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761972"/>
            <a:ext cx="2138065" cy="373430"/>
          </a:xfrm>
        </p:spPr>
        <p:txBody>
          <a:bodyPr anchor="b"/>
          <a:lstStyle>
            <a:lvl1pPr marL="0" indent="0">
              <a:buNone/>
              <a:defRPr sz="990" b="1"/>
            </a:lvl1pPr>
            <a:lvl2pPr marL="188595" indent="0">
              <a:buNone/>
              <a:defRPr sz="825" b="1"/>
            </a:lvl2pPr>
            <a:lvl3pPr marL="377190" indent="0">
              <a:buNone/>
              <a:defRPr sz="743" b="1"/>
            </a:lvl3pPr>
            <a:lvl4pPr marL="565785" indent="0">
              <a:buNone/>
              <a:defRPr sz="660" b="1"/>
            </a:lvl4pPr>
            <a:lvl5pPr marL="754380" indent="0">
              <a:buNone/>
              <a:defRPr sz="660" b="1"/>
            </a:lvl5pPr>
            <a:lvl6pPr marL="942975" indent="0">
              <a:buNone/>
              <a:defRPr sz="660" b="1"/>
            </a:lvl6pPr>
            <a:lvl7pPr marL="1131570" indent="0">
              <a:buNone/>
              <a:defRPr sz="660" b="1"/>
            </a:lvl7pPr>
            <a:lvl8pPr marL="1320165" indent="0">
              <a:buNone/>
              <a:defRPr sz="660" b="1"/>
            </a:lvl8pPr>
            <a:lvl9pPr marL="1508760" indent="0">
              <a:buNone/>
              <a:defRPr sz="6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1135402"/>
            <a:ext cx="2138065" cy="1670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7ABC-388F-4005-A3D9-48B270D7340C}" type="datetimeFigureOut">
              <a:rPr lang="en-US" smtClean="0"/>
              <a:t>02-Aug-24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5042-1038-4029-BE24-F96742AAB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3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7ABC-388F-4005-A3D9-48B270D7340C}" type="datetimeFigureOut">
              <a:rPr lang="en-US" smtClean="0"/>
              <a:t>02-Aug-24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5042-1038-4029-BE24-F96742AAB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4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7ABC-388F-4005-A3D9-48B270D7340C}" type="datetimeFigureOut">
              <a:rPr lang="en-US" smtClean="0"/>
              <a:t>02-Aug-24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5042-1038-4029-BE24-F96742AAB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0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07222"/>
            <a:ext cx="1622048" cy="725276"/>
          </a:xfrm>
        </p:spPr>
        <p:txBody>
          <a:bodyPr anchor="b"/>
          <a:lstStyle>
            <a:lvl1pPr>
              <a:defRPr sz="1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447542"/>
            <a:ext cx="2546033" cy="2208925"/>
          </a:xfrm>
        </p:spPr>
        <p:txBody>
          <a:bodyPr/>
          <a:lstStyle>
            <a:lvl1pPr>
              <a:defRPr sz="1320"/>
            </a:lvl1pPr>
            <a:lvl2pPr>
              <a:defRPr sz="1155"/>
            </a:lvl2pPr>
            <a:lvl3pPr>
              <a:defRPr sz="990"/>
            </a:lvl3pPr>
            <a:lvl4pPr>
              <a:defRPr sz="825"/>
            </a:lvl4pPr>
            <a:lvl5pPr>
              <a:defRPr sz="825"/>
            </a:lvl5pPr>
            <a:lvl6pPr>
              <a:defRPr sz="825"/>
            </a:lvl6pPr>
            <a:lvl7pPr>
              <a:defRPr sz="825"/>
            </a:lvl7pPr>
            <a:lvl8pPr>
              <a:defRPr sz="825"/>
            </a:lvl8pPr>
            <a:lvl9pPr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932497"/>
            <a:ext cx="1622048" cy="1727567"/>
          </a:xfrm>
        </p:spPr>
        <p:txBody>
          <a:bodyPr/>
          <a:lstStyle>
            <a:lvl1pPr marL="0" indent="0">
              <a:buNone/>
              <a:defRPr sz="660"/>
            </a:lvl1pPr>
            <a:lvl2pPr marL="188595" indent="0">
              <a:buNone/>
              <a:defRPr sz="578"/>
            </a:lvl2pPr>
            <a:lvl3pPr marL="377190" indent="0">
              <a:buNone/>
              <a:defRPr sz="495"/>
            </a:lvl3pPr>
            <a:lvl4pPr marL="565785" indent="0">
              <a:buNone/>
              <a:defRPr sz="413"/>
            </a:lvl4pPr>
            <a:lvl5pPr marL="754380" indent="0">
              <a:buNone/>
              <a:defRPr sz="413"/>
            </a:lvl5pPr>
            <a:lvl6pPr marL="942975" indent="0">
              <a:buNone/>
              <a:defRPr sz="413"/>
            </a:lvl6pPr>
            <a:lvl7pPr marL="1131570" indent="0">
              <a:buNone/>
              <a:defRPr sz="413"/>
            </a:lvl7pPr>
            <a:lvl8pPr marL="1320165" indent="0">
              <a:buNone/>
              <a:defRPr sz="413"/>
            </a:lvl8pPr>
            <a:lvl9pPr marL="1508760" indent="0">
              <a:buNone/>
              <a:defRPr sz="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7ABC-388F-4005-A3D9-48B270D7340C}" type="datetimeFigureOut">
              <a:rPr lang="en-US" smtClean="0"/>
              <a:t>02-Aug-24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5042-1038-4029-BE24-F96742AAB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01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07222"/>
            <a:ext cx="1622048" cy="725276"/>
          </a:xfrm>
        </p:spPr>
        <p:txBody>
          <a:bodyPr anchor="b"/>
          <a:lstStyle>
            <a:lvl1pPr>
              <a:defRPr sz="1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447542"/>
            <a:ext cx="2546033" cy="2208925"/>
          </a:xfrm>
        </p:spPr>
        <p:txBody>
          <a:bodyPr anchor="t"/>
          <a:lstStyle>
            <a:lvl1pPr marL="0" indent="0">
              <a:buNone/>
              <a:defRPr sz="1320"/>
            </a:lvl1pPr>
            <a:lvl2pPr marL="188595" indent="0">
              <a:buNone/>
              <a:defRPr sz="1155"/>
            </a:lvl2pPr>
            <a:lvl3pPr marL="377190" indent="0">
              <a:buNone/>
              <a:defRPr sz="990"/>
            </a:lvl3pPr>
            <a:lvl4pPr marL="565785" indent="0">
              <a:buNone/>
              <a:defRPr sz="825"/>
            </a:lvl4pPr>
            <a:lvl5pPr marL="754380" indent="0">
              <a:buNone/>
              <a:defRPr sz="825"/>
            </a:lvl5pPr>
            <a:lvl6pPr marL="942975" indent="0">
              <a:buNone/>
              <a:defRPr sz="825"/>
            </a:lvl6pPr>
            <a:lvl7pPr marL="1131570" indent="0">
              <a:buNone/>
              <a:defRPr sz="825"/>
            </a:lvl7pPr>
            <a:lvl8pPr marL="1320165" indent="0">
              <a:buNone/>
              <a:defRPr sz="825"/>
            </a:lvl8pPr>
            <a:lvl9pPr marL="1508760" indent="0">
              <a:buNone/>
              <a:defRPr sz="8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932497"/>
            <a:ext cx="1622048" cy="1727567"/>
          </a:xfrm>
        </p:spPr>
        <p:txBody>
          <a:bodyPr/>
          <a:lstStyle>
            <a:lvl1pPr marL="0" indent="0">
              <a:buNone/>
              <a:defRPr sz="660"/>
            </a:lvl1pPr>
            <a:lvl2pPr marL="188595" indent="0">
              <a:buNone/>
              <a:defRPr sz="578"/>
            </a:lvl2pPr>
            <a:lvl3pPr marL="377190" indent="0">
              <a:buNone/>
              <a:defRPr sz="495"/>
            </a:lvl3pPr>
            <a:lvl4pPr marL="565785" indent="0">
              <a:buNone/>
              <a:defRPr sz="413"/>
            </a:lvl4pPr>
            <a:lvl5pPr marL="754380" indent="0">
              <a:buNone/>
              <a:defRPr sz="413"/>
            </a:lvl5pPr>
            <a:lvl6pPr marL="942975" indent="0">
              <a:buNone/>
              <a:defRPr sz="413"/>
            </a:lvl6pPr>
            <a:lvl7pPr marL="1131570" indent="0">
              <a:buNone/>
              <a:defRPr sz="413"/>
            </a:lvl7pPr>
            <a:lvl8pPr marL="1320165" indent="0">
              <a:buNone/>
              <a:defRPr sz="413"/>
            </a:lvl8pPr>
            <a:lvl9pPr marL="1508760" indent="0">
              <a:buNone/>
              <a:defRPr sz="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7ABC-388F-4005-A3D9-48B270D7340C}" type="datetimeFigureOut">
              <a:rPr lang="en-US" smtClean="0"/>
              <a:t>02-Aug-24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5042-1038-4029-BE24-F96742AAB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9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7ABC-388F-4005-A3D9-48B270D7340C}" type="datetimeFigureOut">
              <a:rPr lang="en-US" smtClean="0"/>
              <a:t>02-Aug-24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5042-1038-4029-BE24-F96742AAB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27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" y="165489"/>
            <a:ext cx="1084421" cy="2634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65489"/>
            <a:ext cx="3190399" cy="2634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7ABC-388F-4005-A3D9-48B270D7340C}" type="datetimeFigureOut">
              <a:rPr lang="en-US" smtClean="0"/>
              <a:t>02-Aug-24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5042-1038-4029-BE24-F96742AAB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13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65490"/>
            <a:ext cx="4337685" cy="600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827447"/>
            <a:ext cx="4337685" cy="1972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2880957"/>
            <a:ext cx="1131570" cy="1654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47ABC-388F-4005-A3D9-48B270D7340C}" type="datetimeFigureOut">
              <a:rPr lang="en-US" smtClean="0"/>
              <a:t>02-Aug-24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2880957"/>
            <a:ext cx="1697355" cy="1654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2880957"/>
            <a:ext cx="1131570" cy="1654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D5042-1038-4029-BE24-F96742AAB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2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377190" rtl="0" eaLnBrk="1" latinLnBrk="0" hangingPunct="1">
        <a:lnSpc>
          <a:spcPct val="90000"/>
        </a:lnSpc>
        <a:spcBef>
          <a:spcPct val="0"/>
        </a:spcBef>
        <a:buNone/>
        <a:defRPr sz="18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4298" indent="-94298" algn="l" defTabSz="37719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1pPr>
      <a:lvl2pPr marL="282893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2pPr>
      <a:lvl3pPr marL="471488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825" kern="1200">
          <a:solidFill>
            <a:schemeClr val="tx1"/>
          </a:solidFill>
          <a:latin typeface="+mn-lt"/>
          <a:ea typeface="+mn-ea"/>
          <a:cs typeface="+mn-cs"/>
        </a:defRPr>
      </a:lvl3pPr>
      <a:lvl4pPr marL="660083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4pPr>
      <a:lvl5pPr marL="848678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5pPr>
      <a:lvl6pPr marL="1037273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6pPr>
      <a:lvl7pPr marL="1225868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7pPr>
      <a:lvl8pPr marL="1414463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8pPr>
      <a:lvl9pPr marL="1603058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1pPr>
      <a:lvl2pPr marL="188595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2pPr>
      <a:lvl3pPr marL="37719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3pPr>
      <a:lvl4pPr marL="565785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4pPr>
      <a:lvl5pPr marL="75438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6pPr>
      <a:lvl7pPr marL="113157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7pPr>
      <a:lvl8pPr marL="1320165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8pPr>
      <a:lvl9pPr marL="150876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120A9C0B-8D41-7113-C601-0D34A199482C}"/>
              </a:ext>
            </a:extLst>
          </p:cNvPr>
          <p:cNvCxnSpPr>
            <a:cxnSpLocks/>
            <a:stCxn id="108" idx="1"/>
            <a:endCxn id="10" idx="0"/>
          </p:cNvCxnSpPr>
          <p:nvPr/>
        </p:nvCxnSpPr>
        <p:spPr>
          <a:xfrm rot="10800000" flipV="1">
            <a:off x="802142" y="219781"/>
            <a:ext cx="960134" cy="371456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516F9A3-5382-3D9E-845C-F05B4A54F6C7}"/>
              </a:ext>
            </a:extLst>
          </p:cNvPr>
          <p:cNvSpPr/>
          <p:nvPr/>
        </p:nvSpPr>
        <p:spPr>
          <a:xfrm>
            <a:off x="1762280" y="70230"/>
            <a:ext cx="431751" cy="2991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0" rIns="91440" bIns="0" rtlCol="0" anchor="ctr" anchorCtr="0"/>
          <a:lstStyle/>
          <a:p>
            <a:pPr algn="ctr"/>
            <a:endParaRPr lang="en-US" sz="1200" dirty="0">
              <a:latin typeface="Consolas" panose="020B0609020204030204" pitchFamily="49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D93F8-79CE-6087-3662-1F453A9EC8DF}"/>
              </a:ext>
            </a:extLst>
          </p:cNvPr>
          <p:cNvSpPr/>
          <p:nvPr/>
        </p:nvSpPr>
        <p:spPr>
          <a:xfrm>
            <a:off x="15200" y="591241"/>
            <a:ext cx="1573891" cy="46398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0" rIns="91440" bIns="0" rtlCol="0" anchor="ctr" anchorCtr="0"/>
          <a:lstStyle/>
          <a:p>
            <a:r>
              <a:rPr lang="en-US" sz="1200" b="1" dirty="0"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assume</a:t>
            </a:r>
            <a:r>
              <a:rPr lang="en-US" sz="1200" dirty="0"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ys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== {};</a:t>
            </a:r>
          </a:p>
          <a:p>
            <a:endParaRPr lang="en-US" sz="1200" dirty="0">
              <a:latin typeface="Consolas" panose="020B0609020204030204" pitchFamily="49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4D4270-ED1E-92DE-4BF7-4C495C92FADD}"/>
              </a:ext>
            </a:extLst>
          </p:cNvPr>
          <p:cNvSpPr/>
          <p:nvPr/>
        </p:nvSpPr>
        <p:spPr>
          <a:xfrm>
            <a:off x="2219523" y="595847"/>
            <a:ext cx="1816695" cy="46398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0" rIns="91440" bIns="0" rtlCol="0" anchor="ctr" anchorCtr="0"/>
          <a:lstStyle/>
          <a:p>
            <a:r>
              <a:rPr lang="en-US" sz="1200" b="1" dirty="0"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assume</a:t>
            </a:r>
            <a:r>
              <a:rPr lang="en-US" sz="1200" dirty="0"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!(</a:t>
            </a:r>
            <a:r>
              <a:rPr lang="en-US" alt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ys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== {});</a:t>
            </a:r>
          </a:p>
          <a:p>
            <a:r>
              <a:rPr lang="en-US" alt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var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y :| y in </a:t>
            </a:r>
            <a:r>
              <a:rPr lang="en-US" alt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ys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r>
              <a:rPr lang="en-US" altLang="en-US" sz="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en-US" altLang="en-US" sz="2799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6A0F64-6433-D5E1-FA59-07BE75AF3F52}"/>
              </a:ext>
            </a:extLst>
          </p:cNvPr>
          <p:cNvCxnSpPr>
            <a:cxnSpLocks/>
            <a:stCxn id="12" idx="1"/>
            <a:endCxn id="45" idx="0"/>
          </p:cNvCxnSpPr>
          <p:nvPr/>
        </p:nvCxnSpPr>
        <p:spPr>
          <a:xfrm rot="10800000" flipV="1">
            <a:off x="2053539" y="827838"/>
            <a:ext cx="165985" cy="379781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DA7DB7A3-EF18-DC49-9F65-4DF701675E5C}"/>
              </a:ext>
            </a:extLst>
          </p:cNvPr>
          <p:cNvSpPr/>
          <p:nvPr/>
        </p:nvSpPr>
        <p:spPr>
          <a:xfrm>
            <a:off x="904212" y="1207620"/>
            <a:ext cx="2298651" cy="102034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0" rIns="91440" bIns="0" rtlCol="0" anchor="ctr" anchorCtr="0"/>
          <a:lstStyle/>
          <a:p>
            <a:r>
              <a:rPr lang="en-US" sz="1200" b="1" dirty="0"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assume</a:t>
            </a:r>
            <a:r>
              <a:rPr lang="en-US" sz="1200" dirty="0"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y in </a:t>
            </a:r>
            <a:r>
              <a:rPr lang="en-US" sz="1200" dirty="0" err="1"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xs</a:t>
            </a:r>
            <a:r>
              <a:rPr lang="en-US" sz="1200" dirty="0"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  <a:endParaRPr lang="en-US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var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xr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:= …; </a:t>
            </a:r>
            <a:r>
              <a:rPr lang="en-US" alt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var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yr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:= …;</a:t>
            </a:r>
          </a:p>
          <a:p>
            <a:r>
              <a:rPr lang="en-US" alt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assume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|</a:t>
            </a:r>
            <a:r>
              <a:rPr lang="en-US" alt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xr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yr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| ≥ |</a:t>
            </a:r>
            <a:r>
              <a:rPr lang="en-US" alt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xr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|;</a:t>
            </a:r>
          </a:p>
          <a:p>
            <a:r>
              <a:rPr lang="en-US" alt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assume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|</a:t>
            </a:r>
            <a:r>
              <a:rPr lang="en-US" alt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xr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yr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| ≥ |</a:t>
            </a:r>
            <a:r>
              <a:rPr lang="en-US" alt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yr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|;</a:t>
            </a:r>
          </a:p>
          <a:p>
            <a:endParaRPr lang="en-US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70EE4B-BBEB-F86F-9CC6-D601A0F01092}"/>
              </a:ext>
            </a:extLst>
          </p:cNvPr>
          <p:cNvSpPr/>
          <p:nvPr/>
        </p:nvSpPr>
        <p:spPr>
          <a:xfrm>
            <a:off x="3318055" y="1325559"/>
            <a:ext cx="1705739" cy="59450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0" rIns="91440" bIns="0" rtlCol="0" anchor="ctr" anchorCtr="0"/>
          <a:lstStyle/>
          <a:p>
            <a:r>
              <a:rPr lang="en-US" sz="1200" b="1" dirty="0"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assume</a:t>
            </a:r>
            <a:r>
              <a:rPr lang="en-US" sz="1200" dirty="0"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!(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y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in </a:t>
            </a:r>
            <a:r>
              <a:rPr lang="en-US" alt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xs</a:t>
            </a:r>
            <a:r>
              <a:rPr lang="en-US" alt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…</a:t>
            </a:r>
          </a:p>
          <a:p>
            <a:endParaRPr lang="en-US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0627F41-1991-CE70-BB7F-891A4E6FBFD4}"/>
              </a:ext>
            </a:extLst>
          </p:cNvPr>
          <p:cNvCxnSpPr>
            <a:cxnSpLocks/>
            <a:stCxn id="12" idx="3"/>
            <a:endCxn id="48" idx="0"/>
          </p:cNvCxnSpPr>
          <p:nvPr/>
        </p:nvCxnSpPr>
        <p:spPr>
          <a:xfrm>
            <a:off x="4036218" y="827835"/>
            <a:ext cx="134707" cy="497720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6863B91-4432-5B54-048D-7569E14FBB89}"/>
              </a:ext>
            </a:extLst>
          </p:cNvPr>
          <p:cNvCxnSpPr>
            <a:cxnSpLocks/>
            <a:stCxn id="108" idx="3"/>
            <a:endCxn id="12" idx="0"/>
          </p:cNvCxnSpPr>
          <p:nvPr/>
        </p:nvCxnSpPr>
        <p:spPr>
          <a:xfrm>
            <a:off x="2194025" y="219779"/>
            <a:ext cx="933838" cy="376060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54BD7914-FC2A-708E-1310-757F183BA653}"/>
              </a:ext>
            </a:extLst>
          </p:cNvPr>
          <p:cNvSpPr/>
          <p:nvPr/>
        </p:nvSpPr>
        <p:spPr>
          <a:xfrm>
            <a:off x="3309380" y="2208802"/>
            <a:ext cx="679450" cy="2991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0" rIns="91440" bIns="0" rtlCol="0" anchor="ctr" anchorCtr="0"/>
          <a:lstStyle/>
          <a:p>
            <a:pPr algn="ctr"/>
            <a:endParaRPr lang="en-US" sz="1200" dirty="0">
              <a:latin typeface="Consolas" panose="020B0609020204030204" pitchFamily="49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BE292F2-243D-E77C-5DBB-F5A75A5D0B7E}"/>
              </a:ext>
            </a:extLst>
          </p:cNvPr>
          <p:cNvCxnSpPr>
            <a:cxnSpLocks/>
            <a:stCxn id="45" idx="2"/>
            <a:endCxn id="69" idx="1"/>
          </p:cNvCxnSpPr>
          <p:nvPr/>
        </p:nvCxnSpPr>
        <p:spPr>
          <a:xfrm rot="16200000" flipH="1">
            <a:off x="2616260" y="1665229"/>
            <a:ext cx="130390" cy="1255850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A8FBDFF-2F12-1886-51F1-45555B59F552}"/>
              </a:ext>
            </a:extLst>
          </p:cNvPr>
          <p:cNvCxnSpPr>
            <a:cxnSpLocks/>
            <a:stCxn id="48" idx="2"/>
            <a:endCxn id="69" idx="3"/>
          </p:cNvCxnSpPr>
          <p:nvPr/>
        </p:nvCxnSpPr>
        <p:spPr>
          <a:xfrm rot="5400000">
            <a:off x="3860732" y="2048163"/>
            <a:ext cx="438297" cy="182091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099B387B-9495-BE19-6F02-E6049B19B25F}"/>
              </a:ext>
            </a:extLst>
          </p:cNvPr>
          <p:cNvSpPr/>
          <p:nvPr/>
        </p:nvSpPr>
        <p:spPr>
          <a:xfrm>
            <a:off x="1107801" y="2621988"/>
            <a:ext cx="2298651" cy="4650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0" rIns="91440" bIns="0" rtlCol="0" anchor="ctr" anchorCtr="0"/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assert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|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xs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+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ys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| &gt;= |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xs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|;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assert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|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xs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+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ys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| &gt;= |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ys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|;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5F31DF4-C89E-56F4-F6BC-2B2AE7AE6F62}"/>
              </a:ext>
            </a:extLst>
          </p:cNvPr>
          <p:cNvCxnSpPr>
            <a:cxnSpLocks/>
            <a:stCxn id="69" idx="2"/>
            <a:endCxn id="86" idx="3"/>
          </p:cNvCxnSpPr>
          <p:nvPr/>
        </p:nvCxnSpPr>
        <p:spPr>
          <a:xfrm rot="5400000">
            <a:off x="3354474" y="2559886"/>
            <a:ext cx="346606" cy="242657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ADAF7CD-E291-5F9C-A921-A8F4188BDD7A}"/>
              </a:ext>
            </a:extLst>
          </p:cNvPr>
          <p:cNvCxnSpPr>
            <a:cxnSpLocks/>
            <a:stCxn id="10" idx="2"/>
            <a:endCxn id="86" idx="1"/>
          </p:cNvCxnSpPr>
          <p:nvPr/>
        </p:nvCxnSpPr>
        <p:spPr>
          <a:xfrm rot="16200000" flipH="1">
            <a:off x="55327" y="1802042"/>
            <a:ext cx="1799293" cy="305655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69BDE18C-3681-F1E2-05AD-9923DF32A77C}"/>
              </a:ext>
            </a:extLst>
          </p:cNvPr>
          <p:cNvSpPr txBox="1"/>
          <p:nvPr/>
        </p:nvSpPr>
        <p:spPr>
          <a:xfrm>
            <a:off x="1517657" y="-73614"/>
            <a:ext cx="192929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AF297FD-9D75-AD72-7897-C0E289B619B8}"/>
              </a:ext>
            </a:extLst>
          </p:cNvPr>
          <p:cNvSpPr txBox="1"/>
          <p:nvPr/>
        </p:nvSpPr>
        <p:spPr>
          <a:xfrm>
            <a:off x="178202" y="283463"/>
            <a:ext cx="192929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C7C0D74-CC70-2C80-E00D-99396A14C4DF}"/>
              </a:ext>
            </a:extLst>
          </p:cNvPr>
          <p:cNvSpPr txBox="1"/>
          <p:nvPr/>
        </p:nvSpPr>
        <p:spPr>
          <a:xfrm>
            <a:off x="2095617" y="348318"/>
            <a:ext cx="192929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0AB67C8-BF3A-F138-2214-F712D7A00A54}"/>
              </a:ext>
            </a:extLst>
          </p:cNvPr>
          <p:cNvSpPr txBox="1"/>
          <p:nvPr/>
        </p:nvSpPr>
        <p:spPr>
          <a:xfrm>
            <a:off x="1785569" y="925310"/>
            <a:ext cx="192929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C788160-C2E8-A6E6-8346-A5D3A7FEB3F6}"/>
              </a:ext>
            </a:extLst>
          </p:cNvPr>
          <p:cNvSpPr txBox="1"/>
          <p:nvPr/>
        </p:nvSpPr>
        <p:spPr>
          <a:xfrm>
            <a:off x="3307435" y="1059831"/>
            <a:ext cx="192929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D06B740-C2A0-6282-5763-BCC32DA780D1}"/>
              </a:ext>
            </a:extLst>
          </p:cNvPr>
          <p:cNvSpPr txBox="1"/>
          <p:nvPr/>
        </p:nvSpPr>
        <p:spPr>
          <a:xfrm>
            <a:off x="3304966" y="1920063"/>
            <a:ext cx="192929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03FCE0A-7707-7C8B-8E97-80D1B74D3884}"/>
              </a:ext>
            </a:extLst>
          </p:cNvPr>
          <p:cNvSpPr txBox="1"/>
          <p:nvPr/>
        </p:nvSpPr>
        <p:spPr>
          <a:xfrm>
            <a:off x="1101873" y="2318723"/>
            <a:ext cx="192929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AE72052F-7A2D-E92C-0CD8-F96AC71F6DA5}"/>
              </a:ext>
            </a:extLst>
          </p:cNvPr>
          <p:cNvSpPr/>
          <p:nvPr/>
        </p:nvSpPr>
        <p:spPr>
          <a:xfrm>
            <a:off x="3385279" y="1728157"/>
            <a:ext cx="137160" cy="13716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29CF5807-0DB3-C6C3-243E-5161D44992B1}"/>
              </a:ext>
            </a:extLst>
          </p:cNvPr>
          <p:cNvSpPr/>
          <p:nvPr/>
        </p:nvSpPr>
        <p:spPr>
          <a:xfrm>
            <a:off x="983902" y="2028919"/>
            <a:ext cx="137160" cy="13716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9B945BCF-F3C3-8CB9-7C71-69F954ABCE79}"/>
              </a:ext>
            </a:extLst>
          </p:cNvPr>
          <p:cNvSpPr/>
          <p:nvPr/>
        </p:nvSpPr>
        <p:spPr>
          <a:xfrm>
            <a:off x="131432" y="856722"/>
            <a:ext cx="137160" cy="13716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88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10212</TotalTime>
  <Words>83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Nadia Polikarpova</dc:creator>
  <cp:lastModifiedBy>Nadia Polikarpova</cp:lastModifiedBy>
  <cp:revision>39</cp:revision>
  <dcterms:created xsi:type="dcterms:W3CDTF">2022-06-27T03:56:44Z</dcterms:created>
  <dcterms:modified xsi:type="dcterms:W3CDTF">2024-08-02T08:59:53Z</dcterms:modified>
</cp:coreProperties>
</file>